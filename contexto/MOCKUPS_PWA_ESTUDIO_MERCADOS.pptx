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SENA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Centro de Atención al</a:t>
            </a:r>
            <a:br/>
            <a:r>
              <a:t>Sector Agropecuario</a:t>
            </a:r>
            <a:br/>
            <a:r>
              <a:t>Regional Santander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02C"/>
                </a:solidFill>
              </a:defRPr>
            </a:pPr>
            <a:r>
              <a:t>MOCKUPS DEL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200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718096"/>
                </a:solidFill>
              </a:defRPr>
            </a:pPr>
            <a:r>
              <a:t>PWA - Sistema de Estudio de Mercados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9319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Marzo 2026  |  Version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Guia de Diseno Visual</a:t>
            </a:r>
          </a:p>
        </p:txBody>
      </p:sp>
      <p:pic>
        <p:nvPicPr>
          <p:cNvPr id="5" name="Picture 4" descr="00_Guia_Dise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Inicio de Sesión</a:t>
            </a:r>
          </a:p>
        </p:txBody>
      </p:sp>
      <p:pic>
        <p:nvPicPr>
          <p:cNvPr id="5" name="Picture 4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Dashboard del Administrador</a:t>
            </a:r>
          </a:p>
        </p:txBody>
      </p:sp>
      <p:pic>
        <p:nvPicPr>
          <p:cNvPr id="5" name="Picture 4" descr="02_Dashboard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Gestión de Usuarios</a:t>
            </a:r>
          </a:p>
        </p:txBody>
      </p:sp>
      <p:pic>
        <p:nvPicPr>
          <p:cNvPr id="5" name="Picture 4" descr="03_Gestion_Usu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Listado Maestro de Artículos</a:t>
            </a:r>
          </a:p>
        </p:txBody>
      </p:sp>
      <p:pic>
        <p:nvPicPr>
          <p:cNvPr id="5" name="Picture 4" descr="04_Listado_Maes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Bandeja de Solicitudes</a:t>
            </a:r>
          </a:p>
        </p:txBody>
      </p:sp>
      <p:pic>
        <p:nvPicPr>
          <p:cNvPr id="5" name="Picture 4" descr="05_Bandeja_Solicitu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Detalle de Solicitud - Revisión</a:t>
            </a:r>
          </a:p>
        </p:txBody>
      </p:sp>
      <p:pic>
        <p:nvPicPr>
          <p:cNvPr id="5" name="Picture 4" descr="06_Detalle_Solic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Estados Post-Aprobación</a:t>
            </a:r>
          </a:p>
        </p:txBody>
      </p:sp>
      <p:pic>
        <p:nvPicPr>
          <p:cNvPr id="5" name="Picture 4" descr="07_Estados_PostAprob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Dashboard del Líder de Lote</a:t>
            </a:r>
          </a:p>
        </p:txBody>
      </p:sp>
      <p:pic>
        <p:nvPicPr>
          <p:cNvPr id="5" name="Picture 4" descr="08_Dashboard_L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Cargar Cotización de Proveedor</a:t>
            </a:r>
          </a:p>
        </p:txBody>
      </p:sp>
      <p:pic>
        <p:nvPicPr>
          <p:cNvPr id="5" name="Picture 4" descr="09_Cargar_Cotizaci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Mi Solicitud - Crear/Editar</a:t>
            </a:r>
          </a:p>
        </p:txBody>
      </p:sp>
      <p:pic>
        <p:nvPicPr>
          <p:cNvPr id="5" name="Picture 4" descr="10_Mi_Solic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Clonar Solicitud Anterior</a:t>
            </a:r>
          </a:p>
        </p:txBody>
      </p:sp>
      <p:pic>
        <p:nvPicPr>
          <p:cNvPr id="5" name="Picture 4" descr="11_Clonar_Solicit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Seguimiento de Solicitud</a:t>
            </a:r>
          </a:p>
        </p:txBody>
      </p:sp>
      <p:pic>
        <p:nvPicPr>
          <p:cNvPr id="5" name="Picture 4" descr="12_Segui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Gestión de Vigencias</a:t>
            </a:r>
          </a:p>
        </p:txBody>
      </p:sp>
      <p:pic>
        <p:nvPicPr>
          <p:cNvPr id="5" name="Picture 4" descr="13_Gestion_Vige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Flujo Completo del Sistema</a:t>
            </a:r>
          </a:p>
        </p:txBody>
      </p:sp>
      <p:pic>
        <p:nvPicPr>
          <p:cNvPr id="5" name="Picture 4" descr="14_Flujo_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Reportes y Estadísticas</a:t>
            </a:r>
          </a:p>
        </p:txBody>
      </p:sp>
      <p:pic>
        <p:nvPicPr>
          <p:cNvPr id="5" name="Picture 4" descr="15_Repo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48640"/>
            <a:ext cx="118872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560320"/>
            <a:ext cx="1828800" cy="36576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Estos mockups son la referencia visual para la construcción del proyecto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